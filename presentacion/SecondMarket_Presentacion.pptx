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5143500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MARKET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Intermodular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828800" cy="411480"/>
          </a:xfrm>
          <a:prstGeom prst="rect">
            <a:avLst>
              <a:gd name="adj" fmla="val 11111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43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18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0" y="2743200"/>
            <a:ext cx="1828800" cy="411480"/>
          </a:xfrm>
          <a:prstGeom prst="rect">
            <a:avLst>
              <a:gd name="adj" fmla="val 11111"/>
            </a:avLst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2743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2743200"/>
            <a:ext cx="1828800" cy="411480"/>
          </a:xfrm>
          <a:prstGeom prst="rect">
            <a:avLst>
              <a:gd name="adj" fmla="val 11111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2743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Jonatan Josué Cruz Bueso  ·  Jose Miguel Sentamans Dasí  ·  2026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9103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compra-venta de segunda mano | Módulo Odoo · API REST · App Android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Presentación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minutos · 5 bloques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Market · Proyecto Intermodular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15544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1554480" cy="5029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600200"/>
            <a:ext cx="457200" cy="45720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627632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12618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2148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251460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objetivos del proyecto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066544" y="1234440"/>
            <a:ext cx="15544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066544" y="1234440"/>
            <a:ext cx="1554480" cy="5029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15184" y="1600200"/>
            <a:ext cx="457200" cy="457200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616" y="1627632"/>
            <a:ext cx="402336" cy="40233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112264" y="12618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12264" y="2148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157984" y="251460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Odoo · API REST · App Android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767328" y="1234440"/>
            <a:ext cx="15544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767328" y="1234440"/>
            <a:ext cx="15544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315968" y="160020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627632"/>
            <a:ext cx="402336" cy="40233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813048" y="12618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3813048" y="2148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3858768" y="251460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completo end-to-end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5468112" y="1234440"/>
            <a:ext cx="15544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5468112" y="1234440"/>
            <a:ext cx="155448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016752" y="1600200"/>
            <a:ext cx="457200" cy="4572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184" y="1627632"/>
            <a:ext cx="402336" cy="40233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513832" y="12618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5513832" y="2148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5559552" y="251460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usuario · Técnica · Git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168896" y="1234440"/>
            <a:ext cx="15544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7168896" y="1234440"/>
            <a:ext cx="155448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7717536" y="1600200"/>
            <a:ext cx="457200" cy="4572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968" y="1627632"/>
            <a:ext cx="402336" cy="402336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214616" y="12618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7214616" y="2148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41" name="Text 34"/>
          <p:cNvSpPr/>
          <p:nvPr/>
        </p:nvSpPr>
        <p:spPr>
          <a:xfrm>
            <a:off x="7260336" y="251460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Funcionamiento real del sistema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Second Market?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al proyecto · 2 min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Market · Proyecto Intermodular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5029200" cy="1828800"/>
          </a:xfrm>
          <a:prstGeom prst="rect">
            <a:avLst/>
          </a:prstGeom>
          <a:solidFill>
            <a:srgbClr val="16213E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2801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Market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plataforma de compra-venta de artículos de segunda mano integrada en Odoo 18, compuesta por tres capas: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200400"/>
            <a:ext cx="1554480" cy="11887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246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Odoo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703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 de gestión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3200400"/>
            <a:ext cx="1554480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3246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03120" y="3703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 servicios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0" y="3200400"/>
            <a:ext cx="1554480" cy="1188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3246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Android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0" y="3703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móvil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proyecto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0" y="160020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un módulo Odoo completo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Exponer datos vía API REST segura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Android conectada a la API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 y funcional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end-to-end del sistema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3 Aplicaciones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general · 5 min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Market · Proyecto Intermodular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269748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88720"/>
            <a:ext cx="2697480" cy="8229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59436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24128" y="12161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Odoo 18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24128" y="15819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second_market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11480" y="2084832"/>
            <a:ext cx="2423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 completo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Artículos, usuarios, compras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Comentarios, chats, denuncias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Valoraciones y categorías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de estado con botones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154680" y="1188720"/>
            <a:ext cx="269748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54680" y="1188720"/>
            <a:ext cx="269748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234440"/>
            <a:ext cx="594360" cy="5943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04488" y="12161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904488" y="15819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api_market (Flask/Django)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291840" y="2084832"/>
            <a:ext cx="2423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por recurso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con tokens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Documentada con Sphinx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Odoo ORM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035040" y="1188720"/>
            <a:ext cx="269748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35040" y="1188720"/>
            <a:ext cx="2697480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34440"/>
            <a:ext cx="594360" cy="5943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784848" y="12161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Android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784848" y="15819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mano móvil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172200" y="2084832"/>
            <a:ext cx="2423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Registro de usuarios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y publicar artículos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comprador-vendedor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Valoraciones y comentarios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compras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Odoo: second_market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y funcionalidades clave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Market · Proyecto Intermodular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201168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34440"/>
            <a:ext cx="2011680" cy="640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344168"/>
            <a:ext cx="438912" cy="438912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362456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96112" y="134416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Artículo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96112" y="16916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en venta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423160" y="1234440"/>
            <a:ext cx="201168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23160" y="1234440"/>
            <a:ext cx="20116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32888" y="1344168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176" y="1362456"/>
            <a:ext cx="402336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044952" y="134416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044952" y="16916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app móvil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572000" y="1234440"/>
            <a:ext cx="201168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572000" y="1234440"/>
            <a:ext cx="201168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681728" y="1344168"/>
            <a:ext cx="438912" cy="43891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1362456"/>
            <a:ext cx="402336" cy="40233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93792" y="134416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193792" y="16916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720840" y="1234440"/>
            <a:ext cx="201168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720840" y="1234440"/>
            <a:ext cx="201168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830568" y="1344168"/>
            <a:ext cx="438912" cy="43891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1362456"/>
            <a:ext cx="402336" cy="40233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342632" y="134416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7342632" y="16916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Transacción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274320" y="2697480"/>
            <a:ext cx="201168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274320" y="2697480"/>
            <a:ext cx="2011680" cy="6400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384048" y="2807208"/>
            <a:ext cx="438912" cy="438912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" y="2825496"/>
            <a:ext cx="402336" cy="40233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96112" y="280720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896112" y="31546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 privada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2423160" y="2697480"/>
            <a:ext cx="201168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2423160" y="2697480"/>
            <a:ext cx="2011680" cy="64008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2532888" y="2807208"/>
            <a:ext cx="438912" cy="438912"/>
          </a:xfrm>
          <a:prstGeom prst="ellipse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1176" y="2825496"/>
            <a:ext cx="402336" cy="402336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3044952" y="280720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3044952" y="31546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público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4572000" y="2697480"/>
            <a:ext cx="201168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4572000" y="2697480"/>
            <a:ext cx="201168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4681728" y="2807208"/>
            <a:ext cx="438912" cy="43891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016" y="2825496"/>
            <a:ext cx="402336" cy="402336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5193792" y="280720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Valoración</a:t>
            </a:r>
            <a:endParaRPr lang="en-US" sz="1200" dirty="0"/>
          </a:p>
        </p:txBody>
      </p:sp>
      <p:sp>
        <p:nvSpPr>
          <p:cNvPr id="48" name="Text 39"/>
          <p:cNvSpPr/>
          <p:nvPr/>
        </p:nvSpPr>
        <p:spPr>
          <a:xfrm>
            <a:off x="5193792" y="31546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 1-5★</a:t>
            </a:r>
            <a:endParaRPr lang="en-US" sz="1000" dirty="0"/>
          </a:p>
        </p:txBody>
      </p:sp>
      <p:sp>
        <p:nvSpPr>
          <p:cNvPr id="49" name="Shape 40"/>
          <p:cNvSpPr/>
          <p:nvPr/>
        </p:nvSpPr>
        <p:spPr>
          <a:xfrm>
            <a:off x="6720840" y="2697480"/>
            <a:ext cx="201168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CEC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1"/>
          <p:cNvSpPr/>
          <p:nvPr/>
        </p:nvSpPr>
        <p:spPr>
          <a:xfrm>
            <a:off x="6720840" y="2697480"/>
            <a:ext cx="201168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1" name="Shape 42"/>
          <p:cNvSpPr/>
          <p:nvPr/>
        </p:nvSpPr>
        <p:spPr>
          <a:xfrm>
            <a:off x="6830568" y="2807208"/>
            <a:ext cx="438912" cy="43891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8856" y="2825496"/>
            <a:ext cx="402336" cy="402336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7342632" y="280720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Denuncia</a:t>
            </a:r>
            <a:endParaRPr lang="en-US" sz="1200" dirty="0"/>
          </a:p>
        </p:txBody>
      </p:sp>
      <p:sp>
        <p:nvSpPr>
          <p:cNvPr id="54" name="Text 44"/>
          <p:cNvSpPr/>
          <p:nvPr/>
        </p:nvSpPr>
        <p:spPr>
          <a:xfrm>
            <a:off x="7342632" y="31546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moderación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REST: api_market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y autenticación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Market · Proyecto Intermodular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16052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91440" cy="9144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075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Artículos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709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· POST · PUT · DELETE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416052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234440"/>
            <a:ext cx="9144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3075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709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/token · POST /refresh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313432"/>
            <a:ext cx="416052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1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313432"/>
            <a:ext cx="91440" cy="91440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3865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27889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/login · POST /register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313432"/>
            <a:ext cx="416052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313432"/>
            <a:ext cx="91440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3865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27889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· PUT · DELETE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392424"/>
            <a:ext cx="416052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392424"/>
            <a:ext cx="91440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4655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Chats, Denuncias, Categ.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38679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· POST · PUT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392424"/>
            <a:ext cx="416052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392424"/>
            <a:ext cx="91440" cy="9144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4655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Comentarios, Compras, Val.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38679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· POST · PATCH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del Sistema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end-to-end · 3 min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Market · Proyecto Intermodular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560320" cy="13716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6002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Android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554480"/>
            <a:ext cx="2560320" cy="1371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6002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00400" y="2240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api_market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554480"/>
            <a:ext cx="2560320" cy="13716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0" y="16002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Odoo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0" y="2240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second_market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17520" y="2240280"/>
            <a:ext cx="182880" cy="0"/>
          </a:xfrm>
          <a:prstGeom prst="line">
            <a:avLst/>
          </a:prstGeom>
          <a:noFill/>
          <a:ln w="31750">
            <a:solidFill>
              <a:srgbClr val="636E72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5760720" y="2240280"/>
            <a:ext cx="182880" cy="0"/>
          </a:xfrm>
          <a:prstGeom prst="line">
            <a:avLst/>
          </a:prstGeom>
          <a:noFill/>
          <a:ln w="31750">
            <a:solidFill>
              <a:srgbClr val="636E72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365760" y="3246120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32461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se registra/loguea en la App Android.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24612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32461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llama a los endpoints de la API REST con token JWT.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886200"/>
            <a:ext cx="384048" cy="38404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38862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accede al ORM de Odoo para leer/escribir datos.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886200"/>
            <a:ext cx="384048" cy="38404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12080" y="38862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administrador gestiona todo desde el backoffice Odoo.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del Proyecto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Qué, para qué, dónde y con qué · 4 min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Market · Proyecto Intermodular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2194560" cy="3200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704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170432"/>
            <a:ext cx="2468880" cy="3200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170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20640" y="1170432"/>
            <a:ext cx="2194560" cy="3200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11704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en Git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06640" y="1170432"/>
            <a:ext cx="1554480" cy="3200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170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536192"/>
            <a:ext cx="8686800" cy="457200"/>
          </a:xfrm>
          <a:prstGeom prst="rect">
            <a:avLst/>
          </a:prstGeom>
          <a:solidFill>
            <a:srgbClr val="16213E"/>
          </a:solidFill>
          <a:ln w="3810">
            <a:solidFill>
              <a:srgbClr val="2A30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536192"/>
            <a:ext cx="54864" cy="4572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563624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usuario Odoo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51760" y="156362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para administradores del backoffice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212080" y="1563624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/docs/manual_odoo.pdf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498080" y="156362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/ PDF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039112"/>
            <a:ext cx="8686800" cy="457200"/>
          </a:xfrm>
          <a:prstGeom prst="rect">
            <a:avLst/>
          </a:prstGeom>
          <a:solidFill>
            <a:srgbClr val="1E2950"/>
          </a:solidFill>
          <a:ln w="3810">
            <a:solidFill>
              <a:srgbClr val="2A30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039112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066544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usuario Android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51760" y="206654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para usuarios de la app móvil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212080" y="2066544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/docs/manual_android.pdf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498080" y="206654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/ PDF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2542032"/>
            <a:ext cx="8686800" cy="457200"/>
          </a:xfrm>
          <a:prstGeom prst="rect">
            <a:avLst/>
          </a:prstGeom>
          <a:solidFill>
            <a:srgbClr val="16213E"/>
          </a:solidFill>
          <a:ln w="3810">
            <a:solidFill>
              <a:srgbClr val="2A30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542032"/>
            <a:ext cx="54864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569464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técnica Odoo (models)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51760" y="256946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Docstrings de los modelos Odoo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212080" y="2569464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/docs/sphinx/models.html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498080" y="256946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Sphinx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044952"/>
            <a:ext cx="8686800" cy="457200"/>
          </a:xfrm>
          <a:prstGeom prst="rect">
            <a:avLst/>
          </a:prstGeom>
          <a:solidFill>
            <a:srgbClr val="1E2950"/>
          </a:solidFill>
          <a:ln w="3810">
            <a:solidFill>
              <a:srgbClr val="2A306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3044952"/>
            <a:ext cx="54864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072384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técnica API REST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51760" y="307238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Endpoints, parámetros y respuestas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212080" y="3072384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/docs/sphinx/api.html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498080" y="307238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Sphinx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3547872"/>
            <a:ext cx="8686800" cy="457200"/>
          </a:xfrm>
          <a:prstGeom prst="rect">
            <a:avLst/>
          </a:prstGeom>
          <a:solidFill>
            <a:srgbClr val="16213E"/>
          </a:solidFill>
          <a:ln w="3810">
            <a:solidFill>
              <a:srgbClr val="2A306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3547872"/>
            <a:ext cx="54864" cy="45720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575304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 técnica Android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651760" y="357530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componentes de la app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212080" y="3575304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/docs/android/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498080" y="357530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Javadoc/KDoc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4050792"/>
            <a:ext cx="8686800" cy="457200"/>
          </a:xfrm>
          <a:prstGeom prst="rect">
            <a:avLst/>
          </a:prstGeom>
          <a:solidFill>
            <a:srgbClr val="1E2950"/>
          </a:solidFill>
          <a:ln w="3810">
            <a:solidFill>
              <a:srgbClr val="2A306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" y="4050792"/>
            <a:ext cx="54864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078224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 organizado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651760" y="407822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código y documentación versionado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212080" y="4078224"/>
            <a:ext cx="2057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/README.md · ramas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498080" y="407822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en Git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repositorio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Market · Proyecto Intermodular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5029200" cy="3474720"/>
          </a:xfrm>
          <a:prstGeom prst="rect">
            <a:avLst/>
          </a:prstGeom>
          <a:solidFill>
            <a:srgbClr val="1E2950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2618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second-market/  (root)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59105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second_market/  ← Módulo Odoo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19202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models/  controllers/  views/  security/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2494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api_market/  ← API REST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5786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controllers/  models/  auth/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9077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android_app/  ← App Android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32369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src/  res/  AndroidManifest.xml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5661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docs/  ← Documentación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89534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sphinx/  manual_odoo.pdf  manual_android.pdf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2245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README.md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77840" y="11704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documentación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77840" y="1600200"/>
            <a:ext cx="3291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C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77840" y="1600200"/>
            <a:ext cx="54864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87568" y="16459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Sphinx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87568" y="19202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HTML desde docstrings Python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0" y="2331720"/>
            <a:ext cx="3291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C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77840" y="2331720"/>
            <a:ext cx="54864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87568" y="23774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Javadoc / KDoc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87568" y="26517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clases Android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77840" y="3063240"/>
            <a:ext cx="3291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C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77840" y="3063240"/>
            <a:ext cx="54864" cy="6400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87568" y="31089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/ PDF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87568" y="33832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Manuales de usuario funcionales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77840" y="3794760"/>
            <a:ext cx="3291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C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577840" y="3794760"/>
            <a:ext cx="54864" cy="6400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87568" y="38404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87568" y="41148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 y organización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Funcional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completo en vivo · 6 min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Market · Proyecto Intermodular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651760" cy="1508760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1344168"/>
            <a:ext cx="457200" cy="4572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344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4128" y="13441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Login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89280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usuario en la app Android y autenticar con 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234440"/>
            <a:ext cx="2651760" cy="1508760"/>
          </a:xfrm>
          <a:prstGeom prst="rect">
            <a:avLst/>
          </a:prstGeom>
          <a:solidFill>
            <a:srgbClr val="16213E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0128" y="1344168"/>
            <a:ext cx="457200" cy="45720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344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58768" y="13441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un artículo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189280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desde Android → Verificar en Odoo backoffice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234440"/>
            <a:ext cx="2651760" cy="1508760"/>
          </a:xfrm>
          <a:prstGeom prst="rect">
            <a:avLst/>
          </a:prstGeom>
          <a:solidFill>
            <a:srgbClr val="16213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44768" y="1344168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1344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93408" y="13441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 / Chat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189280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compra-venta y conversación privada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926080"/>
            <a:ext cx="2651760" cy="1508760"/>
          </a:xfrm>
          <a:prstGeom prst="rect">
            <a:avLst/>
          </a:prstGeom>
          <a:solidFill>
            <a:srgbClr val="16213E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" y="3035808"/>
            <a:ext cx="457200" cy="4572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24128" y="30358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 y Valoración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358444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un comentario y puntuar al vendedor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0" y="2926080"/>
            <a:ext cx="2651760" cy="1508760"/>
          </a:xfrm>
          <a:prstGeom prst="rect">
            <a:avLst/>
          </a:prstGeom>
          <a:solidFill>
            <a:srgbClr val="16213E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10128" y="3035808"/>
            <a:ext cx="457200" cy="4572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858768" y="30358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en Odoo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37560" y="358444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artículos, compras, denuncias en el backoffice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35040" y="2926080"/>
            <a:ext cx="2651760" cy="1508760"/>
          </a:xfrm>
          <a:prstGeom prst="rect">
            <a:avLst/>
          </a:prstGeom>
          <a:solidFill>
            <a:srgbClr val="16213E"/>
          </a:solidFill>
          <a:ln w="12700">
            <a:solidFill>
              <a:srgbClr val="A569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44768" y="3035808"/>
            <a:ext cx="457200" cy="457200"/>
          </a:xfrm>
          <a:prstGeom prst="ellipse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44768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693408" y="30358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Sphinx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72200" y="358444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la doc generada en HTML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5143500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51760" y="2834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65176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2834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66344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API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56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67512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Jonatan Josué Cruz Bueso  ·  Jose Miguel Sentamans Dasí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9103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Market · Proyecto Intermodular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Second Market – Proyecto Intermodular</dc:title>
  <dc:subject>PptxGenJS Presentation</dc:subject>
  <dc:creator>PptxGenJS</dc:creator>
  <cp:lastModifiedBy>PptxGenJS</cp:lastModifiedBy>
  <cp:revision>1</cp:revision>
  <dcterms:created xsi:type="dcterms:W3CDTF">2026-03-16T18:55:42Z</dcterms:created>
  <dcterms:modified xsi:type="dcterms:W3CDTF">2026-03-16T18:55:42Z</dcterms:modified>
</cp:coreProperties>
</file>